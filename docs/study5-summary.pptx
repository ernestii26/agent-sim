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結論先講：只有一半成功。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 側（vision、expertise、fairness 預測聲望型領導）有複製出來，方向和論文一樣。</a:t>
            </a:r>
          </a:p>
          <a:p>
            <a:pPr lvl="0" indent="0" marL="0">
              <a:buNone/>
            </a:pPr>
          </a:p>
          <a:p>
            <a:pPr lvl="0"/>
            <a:r>
              <a:rPr/>
              <a:t>Dominance 側（protection、status 預測支配型領導）沒有複製出來。B 組 dominance 側成功的兩格，都是「論文不顯著、我們也不顯著」，不算預測到東西。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但 prestige 側的成功要打折扣。</a:t>
            </a:r>
            <a:r>
              <a:rPr/>
              <a:t> 每份量表都由 persona 的新分身填，分身之間只共用 OCEAN 和描述文字。需求和結果會相關，主要是因為兩者都跟著 OCEAN 走；扣掉 OCEAN 之後相關幾乎消失。這是假設，還沒直接驗證。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Dominance 側失敗</a:t>
            </a:r>
            <a:r>
              <a:rPr/>
              <a:t>，是因為 gpt-4.1 的所有 persona 都一致認為霸道、自戀的領導沒有效（narcissism 平均 1.48/7，SD 0.21），分數沒有個體差異，需求就沒有東西可以預測。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對 Step 2 的意義</a:t>
            </a:r>
            <a:r>
              <a:rPr/>
              <a:t>：prestige 側的假設可以測，但要控制 OCEAN；dominance 側的假設只能當探索性結果。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最根本的差異</a:t>
            </a:r>
            <a:r>
              <a:rPr/>
              <a:t>：真人的個體差異來源很多，persona 只有「OCEAN 加一段描述」，而模型本身又有一致的價值觀。所以 OCEAN 能連起來的效果就做得出來，連不起來的就做不出來。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受試者</a:t>
            </a:r>
            <a:r>
              <a:rPr/>
              <a:t>：temperature 0，同樣輸入幾乎同樣答案，變異只來自 persona 文字。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模型價值觀</a:t>
            </a:r>
            <a:r>
              <a:rPr/>
              <a:t>：對齊訓練讓所有 persona 都認為「領導要強」（strength 7.75/10，SD 0.39）、「霸道沒有效」，造成 dominance 側的天花板和地板。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作答方式</a:t>
            </a:r>
            <a:r>
              <a:rPr/>
              <a:t>：真人填所有量表時有共同的作答風格（例如習慣勾高分），會讓六種需求全部正相關。我們每份量表由新分身填，沒有這股共同成分，所以 protection、status 和其他需求脫鉤，status–fairness 甚至是 −.50。這一點是推論，沒有直接測試。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語言</a:t>
            </a:r>
            <a:r>
              <a:rPr/>
              <a:t>：5c 是中國樣本，華人對家長式、威權式領導的接受度可能不同，B 組有幾格不一致可能和這有關，現有數據無法區分。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樣本數（261 / 367）和分析方法（六個需求同時放進迴歸）都和論文一樣。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中立的 bank persona，沒有 P/D traits，平均分散在 243 種 OCEAN 組合，不開會。</a:t>
            </a:r>
          </a:p>
          <a:p>
            <a:pPr lvl="0" indent="0" marL="0">
              <a:buNone/>
            </a:pPr>
          </a:p>
          <a:p>
            <a:pPr lvl="0"/>
            <a:r>
              <a:rPr/>
              <a:t>每份量表都由新的分身填。</a:t>
            </a:r>
          </a:p>
          <a:p>
            <a:pPr lvl="0" indent="0" marL="0">
              <a:buNone/>
            </a:pPr>
          </a:p>
          <a:p>
            <a:pPr lvl="0"/>
            <a:r>
              <a:rPr/>
              <a:t>每個結果都對六個需求做迴歸，報告標準化 β，p 來自 ΔR² 的 F 檢定。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判定成功</a:t>
            </a:r>
            <a:r>
              <a:rPr/>
              <a:t>：論文顯著 → 我們同方向且 p &lt; .05；論文不顯著 → 我們 p ≥ .05。</a:t>
            </a:r>
          </a:p>
          <a:p>
            <a:pPr lvl="0" indent="0" marL="0">
              <a:buNone/>
            </a:pPr>
          </a:p>
          <a:p>
            <a:pPr lvl="0"/>
            <a:r>
              <a:rPr/>
              <a:t>後面表格的「Paper β</a:t>
            </a:r>
            <a:r>
              <a:rPr i="1"/>
              <a:t>」：β 旁有 </a:t>
            </a:r>
            <a:r>
              <a:rPr/>
              <a:t> 代表論文顯著。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和論文一樣分兩組，各自用不同的 persona：A 組對應 5a（需求預測領導原型），B 組對應 5c（需求預測領導有效性）。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persona 是 bank 裡 ffni_mediation 沒用到的列，沒有 P/D traits，也不開會。gpt-4.1，temperature 0。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判定標準是逐格比對，不做多重比較校正，和論文一樣。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組：需求預測 ILT 領導原型（Table 13），共 14 格，成功 10 格。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Dominance 側 4 格只成功 1 格（status → tyranny）。protection → strength 失敗，因為 strength 有天花板：平均 7.75/10，SD 只有 0.39，大家都認為領導要強。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Vision 的 4 格全部成功。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Prestige 側 10 格成功 9 格，只有 fairness → intelligence 沒過。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 組：需求預測 57 段領導描述的有效性（Table 3 Model 2），共 13 格，成功 8 格。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論文在 dominance 側的 5 格全部不顯著。我們成功的 2 格也是「不顯著對不顯著」，不代表預測到東西。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反而有 3 格是我們顯著、論文不顯著。不過 status 那兩格 p = .038，在 13 個沒校正的檢定裡，證據很弱。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這些結果量表都在地板：narcissism 平均 1.48/7（SD 0.21）、dominance 1.81（0.30）、authoritarianism 2.11（0.29）。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論文顯著的 5 格全部成功，其中 4 格效果比論文大。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affiliation 的效果特別大（benevolence β = .67，論文只有 .10），因為 affiliation 和 persona 的親和性設定相關 r = .89，幾乎是同一個變項。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失敗的 2 格（high-expectation、competence）是我們顯著、論文不顯著：效果太強，不是太弱。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用 </a:t>
            </a:r>
            <a:r>
              <a:rPr>
                <a:latin typeface="Courier"/>
              </a:rPr>
              <a:t>tools/ocean_confound.py</a:t>
            </a:r>
            <a:r>
              <a:rPr/>
              <a:t>，把每個需求和每個結果都對 OCEAN 做迴歸，看兩者被 OCEAN 預測出來的部分有多相關（「r of OCEAN parts」這一欄）。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 側</a:t>
            </a:r>
            <a:r>
              <a:rPr/>
              <a:t>：需求和結果被同一組 OCEAN 特質推動（.56-.97），扣掉 OCEAN 後相關大幅下降。所以這裡的成功，很大一部分是 persona 設定前後一致。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Dominance 側</a:t>
            </a:r>
            <a:r>
              <a:rPr/>
              <a:t>：需求和結果被不同的特質推動，或沒有特質推動（−.06 到 .48），沒有共同來源，就連不起來。唯一成功的 status → tyranny，正好是共用 OCEAN 最多的一格（.48）。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限制</a:t>
            </a:r>
            <a:r>
              <a:rPr/>
              <a:t>：描述文字沒有建模，所以「扣掉 OCEAN 後」剩下的相關可能有一部分來自描述文字。直接的驗證方法是固定 OCEAN、只改描述，需要另外花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Study 5 on LLM Personas: What Replicated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agent-sim / ffni_mediation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Half replicates:</a:t>
            </a:r>
            <a:r>
              <a:rPr/>
              <a:t> prestige side yes, dominance side no</a:t>
            </a:r>
          </a:p>
          <a:p>
            <a:pPr lvl="1"/>
            <a:r>
              <a:rPr/>
              <a:t>Prestige: 9/10 (arm A), 5/5 significant cells (arm B)</a:t>
            </a:r>
          </a:p>
          <a:p>
            <a:pPr lvl="1"/>
            <a:r>
              <a:rPr/>
              <a:t>Dominance: 1/4 (arm A), none of the paper’s effects (arm B)</a:t>
            </a:r>
          </a:p>
          <a:p>
            <a:pPr lvl="0"/>
            <a:r>
              <a:rPr b="1"/>
              <a:t>Prestige success is partly OCEAN:</a:t>
            </a:r>
            <a:r>
              <a:rPr/>
              <a:t> removing it drops r from .34-.63 to .05-.24</a:t>
            </a:r>
          </a:p>
          <a:p>
            <a:pPr lvl="0"/>
            <a:r>
              <a:rPr b="1"/>
              <a:t>Dominance fails on model consensus:</a:t>
            </a:r>
            <a:r>
              <a:rPr/>
              <a:t> domineering = ineffective for every persona</a:t>
            </a:r>
          </a:p>
          <a:p>
            <a:pPr lvl="0"/>
            <a:r>
              <a:rPr b="1"/>
              <a:t>Step 2:</a:t>
            </a:r>
            <a:r>
              <a:rPr/>
              <a:t> prestige testable with OCEAN controlled; dominance exploratory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differ from Study 5, and what it explains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1765300"/>
                <a:gridCol w="2286000"/>
                <a:gridCol w="261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Explains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Respondents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People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gpt-4.1 personas, temperature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 sources of individual difference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Individual 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Life history, culture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OCEAN levels + one description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 side follows OCEAN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Varied opinions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shared consensus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Floor and ceiling on dominance 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person, all scales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Fresh fork per 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Needs lose shared variance (r −.50 to .70 vs .21 to .72)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5c 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Chinese, China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Some arm B cells may not transfer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Method: two arms, neutral personas, no meeting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/>
                <a:gridCol w="1993900"/>
                <a:gridCol w="520700"/>
                <a:gridCol w="5029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Compares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13 (5a)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FFNI, generic instruction; then ILT, 51 items, 1-10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3, Model 2 (5c)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FFNI, work instruction; then 57 leader descriptions, 1-7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A results (1/2): dominance and vision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1193800"/>
                <a:gridCol w="977900"/>
                <a:gridCol w="762000"/>
                <a:gridCol w="863600"/>
                <a:gridCol w="129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ILT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strength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tyranny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masculinity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well-groomed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sensitivity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dedication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charisma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creativity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.24*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A results (2/2): expertise and fairness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1193800"/>
                <a:gridCol w="977900"/>
                <a:gridCol w="762000"/>
                <a:gridCol w="863600"/>
                <a:gridCol w="129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ILT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sensitivity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charisma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.21*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dedication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.25*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ethics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.29*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10/14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1/4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9/10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B results (1/2): dominance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1092200"/>
                <a:gridCol w="850900"/>
                <a:gridCol w="965200"/>
                <a:gridCol w="144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effectiveness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Protection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narcissism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authoritarianism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→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Dominance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2/5, both nulls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Arm B results (2/2): prestige and other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/>
                <a:gridCol w="1003300"/>
                <a:gridCol w="774700"/>
                <a:gridCol w="889000"/>
                <a:gridCol w="133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→ effectiveness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β*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 → benevolence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 → team-building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.36*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vision communication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Vision → high-expectation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competence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Expertise → intellectual stimulation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.13*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moral 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.25*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→ virtue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8/13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prestige side replicates: OCEAN (hypothesis)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900"/>
                <a:gridCol w="1181100"/>
                <a:gridCol w="812800"/>
                <a:gridCol w="1320800"/>
                <a:gridCol w="13208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Paper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r, OCEAN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 of OCEAN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protection → strength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tyranny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masculinity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status → well-groomed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A: 10 prestige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.34 to 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 to 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.56 to 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9/10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B: 9 prestige and other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.32 to 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.15 to 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.64 to 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6/9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5 on LLM Personas: What Replicated</dc:title>
  <dc:creator>agent-sim / ffni_mediation</dc:creator>
  <cp:keywords/>
  <dcterms:created xsi:type="dcterms:W3CDTF">2026-10-20T09:10:00Z</dcterms:created>
  <dcterms:modified xsi:type="dcterms:W3CDTF">2026-10-20T09:10:00Z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2026-10-20</vt:lpwstr>
  </property>
</Properties>
</file>