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notesMaster" Target="notesMasters/notesMaster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上次報告的結果：neutral 開完會後，用 Cheng et al. (2010) 的量表評 P 和 D（1-7 分）。四個檢定要全部通過才算過關，結果只過了兩個。</a:t>
            </a:r>
          </a:p>
          <a:p>
            <a:pPr lvl="0" indent="0" marL="0">
              <a:buNone/>
            </a:pPr>
          </a:p>
          <a:p>
            <a:pPr lvl="0"/>
            <a:r>
              <a:rPr/>
              <a:t>Dominance 兩個條件都過了，但分數很低：D 只有 2.8-3.2，Ronay 的人類受試者給 D 的分數是 4.7-5.6。</a:t>
            </a:r>
          </a:p>
          <a:p>
            <a:pPr lvl="0" indent="0" marL="0">
              <a:buNone/>
            </a:pPr>
          </a:p>
          <a:p>
            <a:pPr lvl="0"/>
            <a:r>
              <a:rPr/>
              <a:t>Prestige 兩個條件都沒過：routine 方向相反，threat 的 p = .059。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這次要回答：為什麼失敗？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重點</a:t>
            </a:r>
            <a:r>
              <a:rPr/>
              <a:t>：P 和 D 用同一列 bank 資料建立（同樣的 OCEAN、同樣的描述），traits 叫 D「控制別人」，但一半 D 的描述叫它「溫和」。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P_i 和 D_i 用同一列 bank 資料建立，所以 D 也帶著那一列的 OCEAN 和描述文字。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10 個 D 裡有 5 個來自高親和性（agreeableness）的列，描述寫著「讓氣氛和諧」「溫和、合作」。同一個 D 的 traits 卻寫著「重視控制和權威」「用獎懲讓人照自己的意思做」。模型把兩者折衷，D 就變成「講話直接、但很體貼的協調者」。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數字很一致：描述越溫和，D 越不被看成 dominant（4.17 → 2.67 → 2.27）。分數最高的 D12，描述本身就是「多疑、好勝、直接」，和 traits 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我讀了每一場會議 D 的發言（routine，10 場）。</a:t>
            </a:r>
          </a:p>
          <a:p>
            <a:pPr lvl="0" indent="0" marL="0">
              <a:buNone/>
            </a:pPr>
          </a:p>
          <a:p>
            <a:pPr lvl="0"/>
            <a:r>
              <a:rPr/>
              <a:t>traits 確實有作用：D 用「推進、壓制」類用語的頻率是 P 的 4 倍。</a:t>
            </a:r>
          </a:p>
          <a:p>
            <a:pPr lvl="0" indent="0" marL="0">
              <a:buNone/>
            </a:pPr>
          </a:p>
          <a:p>
            <a:pPr lvl="0"/>
            <a:r>
              <a:rPr/>
              <a:t>但 D 只是急著推進，沒有威嚇別人。「大家怕他」這一題 D 只有 1.17 分，而讓人害怕正是 Cheng 量表裡 dominance 的核心。</a:t>
            </a:r>
          </a:p>
          <a:p>
            <a:pPr lvl="0" indent="0" marL="0">
              <a:buNone/>
            </a:pPr>
          </a:p>
          <a:p>
            <a:pPr lvl="0"/>
            <a:r>
              <a:rPr/>
              <a:t>會議裡沒有人被任命，也沒有獎金或資源，所以 D 沒辦法用 traits 裡的「獎懲」。Ronay 的 D 則握著受試者的獎金。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只改一個東西</a:t>
            </a:r>
            <a:r>
              <a:rPr/>
              <a:t>：P 和 D 的 persona 只留 traits。neutral、題目、抽樣種子都和上次一樣，所以新的 run i 和舊的 run i 可以逐一比較。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跑之前先寫下預測，避免看到結果才解釋：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Dominance 會上升。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Prestige 可能還是拉不開。我當時認為 prestige 失敗主要是環境造成的：HiddenBench 裡每個人都有線索可以分享，大家看起來都有能力。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b="1"/>
              <a:t>Dominance</a:t>
            </a:r>
            <a:r>
              <a:rPr/>
              <a:t>：D 從 2.77 升到 5.59，和 Ronay Study 3 一模一樣。</a:t>
            </a:r>
          </a:p>
          <a:p>
            <a:pPr lvl="0" indent="0" marL="0">
              <a:buNone/>
            </a:pPr>
          </a:p>
          <a:p>
            <a:pPr lvl="0"/>
            <a:r>
              <a:rPr b="1"/>
              <a:t>Prestige</a:t>
            </a:r>
            <a:r>
              <a:rPr/>
              <a:t>：從失敗變成通過。主要是 D 的 prestige 掉了（4.51 → 3.92），P 只小幅上升。</a:t>
            </a:r>
          </a:p>
          <a:p>
            <a:pPr lvl="0" indent="0" marL="0">
              <a:buNone/>
            </a:pPr>
          </a:p>
          <a:p>
            <a:pPr lvl="0"/>
            <a:r>
              <a:rPr/>
              <a:t>預測 1 正確；</a:t>
            </a:r>
            <a:r>
              <a:rPr b="1"/>
              <a:t>預測 2 錯了</a:t>
            </a:r>
            <a:r>
              <a:rPr/>
              <a:t>：拿掉描述後 prestige 也通過，代表描述文字不只削弱了 D 的 dominance，也讓 D 顯得好相處，保住了它的聲望。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P 在 dominance 上還是遠低於 Ronay（1.77 vs 3.42），LLM 評分者給不 dominant 的人的分數比人類低很多。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同樣的 10 個 run，每個量表左格是原本的 persona，右格是 traits only。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原本的 persona（左格）</a:t>
            </a:r>
            <a:r>
              <a:rPr/>
              <a:t>：只有少數 run 的 D 被看成 dominant（routine 10 個裡只有 2 個明顯偏高），其他 run 的 D 和 P 幾乎一樣低；prestige 的 P 和 D 擠在一起。所以上次的問題不是「效果小一點」，而是多數 run 裡 D 根本沒被看出來。</a:t>
            </a:r>
          </a:p>
          <a:p>
            <a:pPr lvl="0" indent="0" marL="0">
              <a:buNone/>
            </a:pPr>
          </a:p>
          <a:p>
            <a:pPr lvl="0"/>
            <a:r>
              <a:rPr/>
              <a:t>Dominance：traits only 時，</a:t>
            </a:r>
            <a:r>
              <a:rPr b="1"/>
              <a:t>每一個</a:t>
            </a:r>
            <a:r>
              <a:rPr/>
              <a:t> run 的 D 都在 4.4-6.5，和 P 完全分開。</a:t>
            </a:r>
          </a:p>
          <a:p>
            <a:pPr lvl="0" indent="0" marL="0">
              <a:buNone/>
            </a:pPr>
          </a:p>
          <a:p>
            <a:pPr lvl="0"/>
            <a:r>
              <a:rPr/>
              <a:t>Prestige：traits only 時，10 個 run 裡有 8 個是 P 高於 D。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唯一沒有上升的是 D12（4.79 → 4.38），它原本的描述就和 traits 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橘色是原本的 persona，綠色是 traits only。x 軸是 D 原本那一列 bank 資料的親和性。</a:t>
            </a:r>
          </a:p>
          <a:p>
            <a:pPr lvl="0" indent="0" marL="0">
              <a:buNone/>
            </a:pPr>
          </a:p>
          <a:p>
            <a:pPr lvl="0"/>
            <a:r>
              <a:rPr/>
              <a:t>原本：親和性越高，D 越不 dominant。</a:t>
            </a:r>
          </a:p>
          <a:p>
            <a:pPr lvl="0" indent="0" marL="0">
              <a:buNone/>
            </a:pPr>
          </a:p>
          <a:p>
            <a:pPr lvl="0"/>
            <a:r>
              <a:rPr/>
              <a:t>Traits only：中、高親和性的 D 都跳到 5.7-6.0。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這直接支持「描述文字稀釋了 traits」這個解釋。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d_av = 9.77 看起來很誇張，但不能和 Ronay 的 2.08 比較。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d 是「差距 ÷ 標準差」。traits-only 版本的 10 個 D，persona 文字完全一樣（只有名字不同），LLM 評分者又非常一致，所以 SD 只有 0.63 和 0.16，Ronay 的人類受試者是 0.98 和 1.10。分母小了很多，d 就被放大。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所以這次比較平均數：D 在 dominance 上 5.59，和 Ronay Study 3 一樣。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結論</a:t>
            </a:r>
            <a:r>
              <a:rPr/>
              <a:t>：上次失敗的主因，是 P 和 D 共用的 bank 描述文字稀釋了 traits。拿掉之後，routine 條件下 dominance 和 prestige 都通過。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接下來</a:t>
            </a:r>
            <a:r>
              <a:rPr/>
              <a:t>：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threat 條件還沒測，約 210 次 gpt-4.1 呼叫。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主實驗（ffni_mediation）要不要改用 traits-only 的 P、D：</a:t>
            </a:r>
          </a:p>
          <a:p>
            <a:pPr lvl="0" indent="0" marL="0">
              <a:buNone/>
            </a:pPr>
          </a:p>
          <a:p>
            <a:pPr lvl="1"/>
            <a:r>
              <a:rPr/>
              <a:t>好處：P 和 D 只差在 traits，刺激乾淨一致。</a:t>
            </a:r>
          </a:p>
          <a:p>
            <a:pPr lvl="0" indent="0" marL="0">
              <a:buNone/>
            </a:pPr>
          </a:p>
          <a:p>
            <a:pPr lvl="1"/>
            <a:r>
              <a:rPr/>
              <a:t>代價：P、D 沒有個體差異，N 會和兩個比較扁平的角色開會。</a:t>
            </a:r>
          </a:p>
          <a:p>
            <a:pPr lvl="0" indent="0" marL="0">
              <a:buNone/>
            </a:pPr>
          </a:p>
          <a:p>
            <a:pPr lvl="1"/>
            <a:r>
              <a:rPr/>
              <a:t>如果改了，進入 Step 2 前要用最終版本的 persona 重跑一次完整的檢核。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1: Why the P/D Check Failed, and a Fix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agent-sim / dp_check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2026-10-13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Last time: the P/D check failed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600"/>
                <a:gridCol w="1498600"/>
                <a:gridCol w="1244600"/>
                <a:gridCol w="749300"/>
                <a:gridCol w="749300"/>
                <a:gridCol w="876300"/>
                <a:gridCol w="876300"/>
                <a:gridCol w="74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d_av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Routine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 &gt; 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.0006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Routine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Prestige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 &gt; 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−0.15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Threat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 &gt; 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Threat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Prestige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 &gt; 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.059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73400"/>
            <a:ext cx="8229600" cy="1384300"/>
          </a:xfrm>
        </p:spPr>
        <p:txBody>
          <a:bodyPr/>
          <a:lstStyle/>
          <a:p>
            <a:pPr lvl="0"/>
            <a:r>
              <a:rPr/>
              <a:t>Gate: all 4 must pass. 2 of 4 did</a:t>
            </a:r>
          </a:p>
          <a:p>
            <a:pPr lvl="0"/>
            <a:r>
              <a:rPr/>
              <a:t>Ronay et al. (2023), same scale: D on dominance 4.66-5.59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Cause: D’s description contradicts its traits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520700"/>
                <a:gridCol w="4673600"/>
                <a:gridCol w="1384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Agreeableness of D’s bank 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D’s description says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D’s dominance (routine)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“skeptical, competitive, and direct”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4.17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“polite but firm”, “without dominating the conversation”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“keep the atmosphere harmonious”, “gentle, cooperative tone”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2.27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 actually did in the meetings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231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Push phrases / 100 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Inclusive phrases / 100 words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1.73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2.03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3.70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52700"/>
            <a:ext cx="8229600" cy="1905000"/>
          </a:xfrm>
        </p:spPr>
        <p:txBody>
          <a:bodyPr/>
          <a:lstStyle/>
          <a:p>
            <a:pPr lvl="0"/>
            <a:r>
              <a:rPr/>
              <a:t>D pushed (“let’s move”, “enough”), but did not intimidate</a:t>
            </a:r>
          </a:p>
          <a:p>
            <a:pPr lvl="0"/>
            <a:r>
              <a:rPr/>
              <a:t>“Members of your group are afraid of him/her”: D 1.17, P 1.07 (1-7)</a:t>
            </a:r>
          </a:p>
          <a:p>
            <a:pPr lvl="0"/>
            <a:r>
              <a:rPr/>
              <a:t>No D ever used reward or punishment: nobody is in charge, nothing to give or take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Test: P and D with traits only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Remove OCEAN and description from P and D; keep </a:t>
            </a:r>
            <a:r>
              <a:rPr>
                <a:latin typeface="Courier"/>
              </a:rPr>
              <a:t>traits</a:t>
            </a:r>
            <a:r>
              <a:rPr/>
              <a:t>. Neutrals unchanged</a:t>
            </a:r>
          </a:p>
          <a:p>
            <a:pPr lvl="0"/>
            <a:r>
              <a:rPr/>
              <a:t>Routine, 10 runs, same tasks and neutrals as last time, run by run</a:t>
            </a:r>
          </a:p>
          <a:p>
            <a:pPr lvl="0"/>
            <a:r>
              <a:rPr/>
              <a:t>Cost: 211 gpt-4.1 calls</a:t>
            </a:r>
          </a:p>
          <a:p>
            <a:pPr lvl="0"/>
            <a:r>
              <a:rPr/>
              <a:t>Predicted before running</a:t>
            </a:r>
          </a:p>
          <a:p>
            <a:pPr lvl="1" indent="-342900" marL="685800">
              <a:buAutoNum type="arabicPeriod"/>
            </a:pPr>
            <a:r>
              <a:rPr/>
              <a:t>Dominance rises</a:t>
            </a:r>
          </a:p>
          <a:p>
            <a:pPr lvl="1" indent="-342900" marL="685800">
              <a:buAutoNum type="arabicPeriod"/>
            </a:pPr>
            <a:r>
              <a:rPr/>
              <a:t>Prestige still does not separate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Result: both scales pass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7600"/>
                <a:gridCol w="2260600"/>
                <a:gridCol w="2260600"/>
                <a:gridCol w="13081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 persona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Traits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Ronay S3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 on dominance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5.59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5.59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 on dominance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3.42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 on prestige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5.28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 on prestige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3.92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Dominance, D &gt; 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 = .0006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 &lt; .0001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Prestige, P &gt; 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 = .74 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 = .0098 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52800"/>
            <a:ext cx="8229600" cy="1104900"/>
          </a:xfrm>
        </p:spPr>
        <p:txBody>
          <a:bodyPr/>
          <a:lstStyle/>
          <a:p>
            <a:pPr lvl="0"/>
            <a:r>
              <a:rPr/>
              <a:t>D on dominance now equals Ronay Study 3</a:t>
            </a:r>
          </a:p>
          <a:p>
            <a:pPr lvl="0"/>
            <a:r>
              <a:rPr/>
              <a:t>Prestige separates because D lost esteem, not because P gained it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run, before and after</a:t>
            </a:r>
          </a:p>
        </p:txBody>
      </p:sp>
      <p:pic>
        <p:nvPicPr>
          <p:cNvPr descr="figs/dp_check_traits_run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57200" y="1397000"/>
            <a:ext cx="8229600" cy="298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description effect disappears</a:t>
            </a:r>
          </a:p>
        </p:txBody>
      </p:sp>
      <p:pic>
        <p:nvPicPr>
          <p:cNvPr descr="figs/dp_check_agreeablenes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92200" y="1193800"/>
            <a:ext cx="6972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 not compare d here: compare means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Traits-only: high group, M (SD)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group, M (SD)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d_av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 5.59 (0.63)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 1.77 (0.16)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9.77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Prestige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 4.75 (0.38)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 3.92 (0.77)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1.45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Ronay S3, dominance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 5.59 (0.98)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 3.42 (1.10)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2.08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Takeaways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Failure cause: the shared bank description diluted P/D traits</a:t>
            </a:r>
          </a:p>
          <a:p>
            <a:pPr lvl="0"/>
            <a:r>
              <a:rPr/>
              <a:t>Traits alone are read as intended (routine): dominance and prestige both pass</a:t>
            </a:r>
          </a:p>
          <a:p>
            <a:pPr lvl="0"/>
            <a:r>
              <a:rPr/>
              <a:t>My prediction for prestige was wrong; the environment was not the main cause</a:t>
            </a:r>
          </a:p>
          <a:p>
            <a:pPr lvl="0"/>
            <a:r>
              <a:rPr/>
              <a:t>Next</a:t>
            </a:r>
          </a:p>
          <a:p>
            <a:pPr lvl="1"/>
            <a:r>
              <a:rPr/>
              <a:t>Run threat with traits only (about 210 calls)</a:t>
            </a:r>
          </a:p>
          <a:p>
            <a:pPr lvl="1"/>
            <a:r>
              <a:rPr/>
              <a:t>Decide whether the main experiment uses traits-only P and 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1: Why the P/D Check Failed, and a Fix</dc:title>
  <dc:creator>agent-sim / dp_check</dc:creator>
  <cp:keywords/>
  <dcterms:created xsi:type="dcterms:W3CDTF">2026-10-13T13:40:47Z</dcterms:created>
  <dcterms:modified xsi:type="dcterms:W3CDTF">2026-10-13T13:40:47Z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2026-10-13</vt:lpwstr>
  </property>
</Properties>
</file>